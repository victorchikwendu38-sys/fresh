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Centralized Identity &amp; AWS Organization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91440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Okta (Identity Provider)</a:t>
            </a:r>
          </a:p>
          <a:p>
            <a:pPr algn="ctr"/>
            <a:r>
              <a:t>Users &amp; Groups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210312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AWS IAM Identity Center</a:t>
            </a:r>
          </a:p>
          <a:p>
            <a:pPr algn="ctr"/>
            <a:r>
              <a:t>(SAML + SCIM)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00400"/>
            <a:ext cx="7315200" cy="2743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AWS Organization (Management Account: Acc1)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93192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Sandbox OU</a:t>
            </a:r>
          </a:p>
          <a:p>
            <a:pPr algn="ctr"/>
            <a:r>
              <a:t>Acc2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393192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Production OU</a:t>
            </a:r>
          </a:p>
          <a:p>
            <a:pPr algn="ctr"/>
            <a:r>
              <a:t>Acc3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393192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Security OU</a:t>
            </a:r>
          </a:p>
          <a:p>
            <a:pPr algn="ctr"/>
            <a:r>
              <a:t>Log Archive / Security Tools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